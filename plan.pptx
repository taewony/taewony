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w07 스톱워치 게임 앱 단계별 설계서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본 문서는 w07 스톱워치 게임 앱을 MVVM 아키텍처의 각 요소를 단계적으로 학습할 수 있도록 재구성하는 설계 계획을 설명합니다. 최종 목표는 데이터의 종류(휘발성/영속성)에 따라 다르게 처리하는 방법을 이해하고, SOLID 원칙에 기반한 확장 가능한 구조를 만드는 것입니다.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1단계: UI와 휘발성 상태(GameData)를 이용한 기본 앱 구현</a:t>
            </a:r>
          </a:p>
          <a:p>
            <a:pPr lvl="0" indent="0" marL="0">
              <a:buNone/>
            </a:pPr>
            <a:r>
              <a:rPr b="1"/>
              <a:t>목표:</a:t>
            </a:r>
            <a:r>
              <a:rPr/>
              <a:t> 화면(View)과 화면의 상태를 관리하는 뷰모델(ViewModel)의 기본적인 역할에 집중합니다. 데이터 영속성은 전혀 고려하지 않고, 앱이 실행되는 동안만 유지되는 데이터를 다룹니다.</a:t>
            </a:r>
          </a:p>
          <a:p>
            <a:pPr lvl="0"/>
            <a:r>
              <a:rPr b="1"/>
              <a:t>상태 관리 방식:</a:t>
            </a:r>
          </a:p>
          <a:p>
            <a:pPr lvl="1"/>
            <a:r>
              <a:rPr b="1">
                <a:latin typeface="Courier"/>
              </a:rPr>
              <a:t>StateFlow</a:t>
            </a:r>
            <a:r>
              <a:rPr b="1"/>
              <a:t> vs </a:t>
            </a:r>
            <a:r>
              <a:rPr b="1">
                <a:latin typeface="Courier"/>
              </a:rPr>
              <a:t>MutableState</a:t>
            </a:r>
            <a:r>
              <a:rPr/>
              <a:t>: </a:t>
            </a:r>
            <a:r>
              <a:rPr>
                <a:latin typeface="Courier"/>
              </a:rPr>
              <a:t>MutableState</a:t>
            </a:r>
            <a:r>
              <a:rPr/>
              <a:t>는 Compose 프레임워크에 내장된 간단한 상태 홀더로, 주로 Composable 함수 내에서 UI 상태를 관리할 때 사용됩니다. 반면, </a:t>
            </a:r>
            <a:r>
              <a:rPr>
                <a:latin typeface="Courier"/>
              </a:rPr>
              <a:t>StateFlow</a:t>
            </a:r>
            <a:r>
              <a:rPr/>
              <a:t>는 코루틴 기반의 스트림 데이터 홀더로, ViewModel에서 더 복잡한 비즈니스 로직을 처리하고 UI 레이어에 상태를 안전하게 노출하는 데 적합합니다.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본 프로젝트에서는 ViewModel과 UI 레이어의 역할을 명확히 분리하는 아키텍처를 학습하기 위해 </a:t>
            </a:r>
            <a:r>
              <a:rPr b="1">
                <a:latin typeface="Courier"/>
              </a:rPr>
              <a:t>StateFlow</a:t>
            </a:r>
            <a:r>
              <a:rPr b="1"/>
              <a:t>를 사용합니다.</a:t>
            </a:r>
          </a:p>
          <a:p>
            <a:pPr lvl="0"/>
            <a:r>
              <a:rPr b="1"/>
              <a:t>구현 내용: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GameData</a:t>
            </a:r>
            <a:r>
              <a:rPr b="1"/>
              <a:t> 정의:</a:t>
            </a:r>
            <a:r>
              <a:rPr/>
              <a:t> 스톱워치 시간, 랩 타임 등 게임 진행과 관련된 순수 데이터 클래스를 정의합니다.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GameViewModel</a:t>
            </a:r>
            <a:r>
              <a:rPr b="1"/>
              <a:t> 구현:</a:t>
            </a:r>
          </a:p>
          <a:p>
            <a:pPr lvl="2"/>
            <a:r>
              <a:rPr>
                <a:latin typeface="Courier"/>
              </a:rPr>
              <a:t>UiState</a:t>
            </a:r>
            <a:r>
              <a:rPr/>
              <a:t>를 </a:t>
            </a:r>
            <a:r>
              <a:rPr>
                <a:latin typeface="Courier"/>
              </a:rPr>
              <a:t>StateFlow</a:t>
            </a:r>
            <a:r>
              <a:rPr/>
              <a:t>로 관리하여 UI가 관찰할 수 있도록 합니다.</a:t>
            </a:r>
          </a:p>
          <a:p>
            <a:pPr lvl="2"/>
            <a:r>
              <a:rPr/>
              <a:t>스톱워치 시작, 중지, 리셋 등 UI 이벤트를 처리하는 메서드를 구현합니다. 이 메서드들은 </a:t>
            </a:r>
            <a:r>
              <a:rPr>
                <a:latin typeface="Courier"/>
              </a:rPr>
              <a:t>UiState</a:t>
            </a:r>
            <a:r>
              <a:rPr/>
              <a:t> 내의 </a:t>
            </a:r>
            <a:r>
              <a:rPr>
                <a:latin typeface="Courier"/>
              </a:rPr>
              <a:t>GameData</a:t>
            </a:r>
            <a:r>
              <a:rPr/>
              <a:t> 상태를 변경합니다.</a:t>
            </a:r>
          </a:p>
          <a:p>
            <a:pPr lvl="2"/>
            <a:r>
              <a:rPr/>
              <a:t>Repository나 다른 의존성 없이 ViewModel 자체적으로 모든 로직을 처리합니다.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GameScreen</a:t>
            </a:r>
            <a:r>
              <a:rPr b="1"/>
              <a:t> 구현:</a:t>
            </a:r>
          </a:p>
          <a:p>
            <a:pPr lvl="2"/>
            <a:r>
              <a:rPr>
                <a:latin typeface="Courier"/>
              </a:rPr>
              <a:t>GameViewModel</a:t>
            </a:r>
            <a:r>
              <a:rPr/>
              <a:t>의 </a:t>
            </a:r>
            <a:r>
              <a:rPr>
                <a:latin typeface="Courier"/>
              </a:rPr>
              <a:t>uiState</a:t>
            </a:r>
            <a:r>
              <a:rPr/>
              <a:t>를 구독하여 화면을 그립니다.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버튼 클릭과 같은 사용자 입력을 </a:t>
            </a:r>
            <a:r>
              <a:rPr b="1">
                <a:latin typeface="Courier"/>
              </a:rPr>
              <a:t>GameViewModel</a:t>
            </a:r>
            <a:r>
              <a:rPr b="1"/>
              <a:t>의 메서드로 전달합니다.</a:t>
            </a:r>
          </a:p>
          <a:p>
            <a:pPr lvl="0"/>
            <a:r>
              <a:rPr b="1"/>
              <a:t>UI State 정의:</a:t>
            </a:r>
            <a:r>
              <a:rPr/>
              <a:t> ```kotlin data class GameUiState( val gameData: GameData = GameData() )</a:t>
            </a:r>
          </a:p>
          <a:p>
            <a:pPr lvl="1" indent="0" marL="342900">
              <a:buNone/>
            </a:pPr>
            <a:r>
              <a:rPr/>
              <a:t>data class GameData( val time: Long = 0L, val laps: List = emptyList(), val isRunning: Boolean = false ) ```</a:t>
            </a:r>
          </a:p>
          <a:p>
            <a:pPr lvl="0" indent="0" marL="0">
              <a:buNone/>
            </a:pPr>
            <a:r>
              <a:rPr b="1"/>
              <a:t>결과물:</a:t>
            </a:r>
            <a:r>
              <a:rPr/>
              <a:t> 화면에 스톱워치가 표시되고 시작, 중지, 리셋 기능이 동작하는 최소 기능의 앱. 앱을 종료하면 모든 데이터는 사라집니다.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2단계: 영속성 데이터(GameConfig, UserData)의 도입 및 레벨 시스템 설계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목표: 앱을 재시작해도 유지되어야 하는 설정(</a:t>
            </a:r>
            <a:r>
              <a:rPr b="1">
                <a:latin typeface="Courier"/>
              </a:rPr>
              <a:t>GameConfig</a:t>
            </a:r>
            <a:r>
              <a:rPr b="1"/>
              <a:t>)과 사용자 데이터(</a:t>
            </a:r>
            <a:r>
              <a:rPr b="1">
                <a:latin typeface="Courier"/>
              </a:rPr>
              <a:t>UserData</a:t>
            </a:r>
            <a:r>
              <a:rPr b="1"/>
              <a:t>)의 개념을 도입하고, 사용자 데이터와 연동되는 간단한 게임 로직(레벨 시스템)을 추가합니다.</a:t>
            </a:r>
          </a:p>
          <a:p>
            <a:pPr lvl="0"/>
            <a:r>
              <a:rPr b="1"/>
              <a:t>구현 내용: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GameConfig</a:t>
            </a:r>
            <a:r>
              <a:rPr b="1"/>
              <a:t>, </a:t>
            </a:r>
            <a:r>
              <a:rPr b="1">
                <a:latin typeface="Courier"/>
              </a:rPr>
              <a:t>UserData</a:t>
            </a:r>
            <a:r>
              <a:rPr b="1"/>
              <a:t> 정의:</a:t>
            </a:r>
          </a:p>
          <a:p>
            <a:pPr lvl="2"/>
            <a:r>
              <a:rPr>
                <a:latin typeface="Courier"/>
              </a:rPr>
              <a:t>GameConfig</a:t>
            </a:r>
            <a:r>
              <a:rPr/>
              <a:t>: 목표 시간, 진동 설정 등 게임 설정을 담는 데이터 클래스.</a:t>
            </a:r>
          </a:p>
          <a:p>
            <a:pPr lvl="2"/>
            <a:r>
              <a:rPr>
                <a:latin typeface="Courier"/>
              </a:rPr>
              <a:t>UserData</a:t>
            </a:r>
            <a:r>
              <a:rPr/>
              <a:t>: 최고 기록, 사용자 이름, 총점(</a:t>
            </a:r>
            <a:r>
              <a:rPr>
                <a:latin typeface="Courier"/>
              </a:rPr>
              <a:t>totalScore</a:t>
            </a:r>
            <a:r>
              <a:rPr/>
              <a:t>), 등급(</a:t>
            </a:r>
            <a:r>
              <a:rPr>
                <a:latin typeface="Courier"/>
              </a:rPr>
              <a:t>level</a:t>
            </a:r>
            <a:r>
              <a:rPr/>
              <a:t>)을 담는 데이터 클래스.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GameViewModel</a:t>
            </a:r>
            <a:r>
              <a:rPr b="1"/>
              <a:t> 확장:</a:t>
            </a:r>
          </a:p>
          <a:p>
            <a:pPr lvl="2"/>
            <a:r>
              <a:rPr>
                <a:latin typeface="Courier"/>
              </a:rPr>
              <a:t>UiState</a:t>
            </a:r>
            <a:r>
              <a:rPr/>
              <a:t>에 </a:t>
            </a:r>
            <a:r>
              <a:rPr>
                <a:latin typeface="Courier"/>
              </a:rPr>
              <a:t>GameConfig</a:t>
            </a:r>
            <a:r>
              <a:rPr/>
              <a:t>와 </a:t>
            </a:r>
            <a:r>
              <a:rPr>
                <a:latin typeface="Courier"/>
              </a:rPr>
              <a:t>UserData</a:t>
            </a:r>
            <a:r>
              <a:rPr/>
              <a:t>를 추가하여 관리합니다.</a:t>
            </a:r>
          </a:p>
          <a:p>
            <a:pPr lvl="2"/>
            <a:r>
              <a:rPr b="1"/>
              <a:t>레벨 시스템 로직 추가</a:t>
            </a:r>
            <a:r>
              <a:rPr/>
              <a:t>: 랩 타임을 기록할 때마다 </a:t>
            </a:r>
            <a:r>
              <a:rPr>
                <a:latin typeface="Courier"/>
              </a:rPr>
              <a:t>totalScore</a:t>
            </a:r>
            <a:r>
              <a:rPr/>
              <a:t>가 1씩 증가하고, </a:t>
            </a:r>
            <a:r>
              <a:rPr>
                <a:latin typeface="Courier"/>
              </a:rPr>
              <a:t>totalScore</a:t>
            </a:r>
            <a:r>
              <a:rPr/>
              <a:t>가 3의 배수가 될 때마다 </a:t>
            </a:r>
            <a:r>
              <a:rPr>
                <a:latin typeface="Courier"/>
              </a:rPr>
              <a:t>level</a:t>
            </a:r>
            <a:r>
              <a:rPr/>
              <a:t>이 1씩 오르는 로직을 ViewModel에 구현합니다.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설정 변경이나 최고 기록 갱신과 같은 로직을 ViewModel 내에 간단히 구현합니다.</a:t>
            </a:r>
          </a:p>
          <a:p>
            <a:pPr lvl="0"/>
            <a:r>
              <a:rPr b="1"/>
              <a:t>UI State 정의:</a:t>
            </a:r>
            <a:r>
              <a:rPr/>
              <a:t> ```kotlin data class GameUiState( val gameData: GameData = GameData(), val gameConfig: GameConfig = GameConfig(), val userData: UserData = UserData() )</a:t>
            </a:r>
          </a:p>
          <a:p>
            <a:pPr lvl="1" indent="0" marL="342900">
              <a:buNone/>
            </a:pPr>
            <a:r>
              <a:rPr/>
              <a:t>data class GameConfig( val targetTime: Long = 10000L, val vibrationEnabled: Boolean = true )</a:t>
            </a:r>
          </a:p>
          <a:p>
            <a:pPr lvl="1" indent="0" marL="342900">
              <a:buNone/>
            </a:pPr>
            <a:r>
              <a:rPr/>
              <a:t>data class UserData( val name: String = “Player”, val bestRecord: Long = 0L, val totalScore: Int = 0, val level: Int = 1 ) ``` — </a:t>
            </a:r>
            <a:r>
              <a:rPr b="1"/>
              <a:t>결과물:</a:t>
            </a:r>
            <a:r>
              <a:rPr/>
              <a:t> UI에 설정, 최고 기록, 현재 점수와 등급이 표시됩니다. 랩 타임을 기록하면 점수가 오르고, 특정 점수에 도달하면 등급이 올라가는 것을 확인할 수 있습니다. 데이터는 여전히 앱 종료 시 사라집니다.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3단계: Repository 패턴 도입 (Interface + Fake Implementation)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목표: ViewModel에서 데이터 처리 로직을 분리하여 Repository 패턴의 필요성을 학습합니다. ViewModel은 “어떻게” 저장하는지가 아닌, “저장한다”라는 사실에만 의존하게 만듭니다.</a:t>
            </a:r>
          </a:p>
          <a:p>
            <a:pPr lvl="0"/>
            <a:r>
              <a:rPr b="1"/>
              <a:t>구현 내용: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GameRepository</a:t>
            </a:r>
            <a:r>
              <a:rPr b="1"/>
              <a:t> 인터페이스 정의:</a:t>
            </a:r>
          </a:p>
          <a:p>
            <a:pPr lvl="2"/>
            <a:r>
              <a:rPr>
                <a:latin typeface="Courier"/>
              </a:rPr>
              <a:t>fun saveConfig(config: GameConfig)</a:t>
            </a:r>
          </a:p>
          <a:p>
            <a:pPr lvl="2"/>
            <a:r>
              <a:rPr>
                <a:latin typeface="Courier"/>
              </a:rPr>
              <a:t>fun loadConfig(): Flow&lt;GameConfig&gt;</a:t>
            </a:r>
          </a:p>
          <a:p>
            <a:pPr lvl="2"/>
            <a:r>
              <a:rPr>
                <a:latin typeface="Courier"/>
              </a:rPr>
              <a:t>fun saveUserData(user: UserData)</a:t>
            </a:r>
          </a:p>
          <a:p>
            <a:pPr lvl="2"/>
            <a:r>
              <a:rPr>
                <a:latin typeface="Courier"/>
              </a:rPr>
              <a:t>fun loadUserData(): Flow&lt;UserData&gt;</a:t>
            </a:r>
            <a:r>
              <a:rPr/>
              <a:t> 와 같이 데이터 영속성에 필요한 메서드를 추상적으로 정의합니다.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FakeGameRepository</a:t>
            </a:r>
            <a:r>
              <a:rPr b="1"/>
              <a:t> 구현:</a:t>
            </a:r>
          </a:p>
          <a:p>
            <a:pPr lvl="2"/>
            <a:r>
              <a:rPr>
                <a:latin typeface="Courier"/>
              </a:rPr>
              <a:t>GameRepository</a:t>
            </a:r>
            <a:r>
              <a:rPr/>
              <a:t> 인터페이스를 구현하는 “가짜” 클래스를 만듭니다.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이 클래스는 데이터를 DB나 파일에 저장하는 대신, 내부 변수(예: </a:t>
            </a:r>
            <a:r>
              <a:rPr b="1">
                <a:latin typeface="Courier"/>
              </a:rPr>
              <a:t>MutableStateFlow</a:t>
            </a:r>
            <a:r>
              <a:rPr b="1"/>
              <a:t>)에 저장하여 실제 저장소처럼 동작을 흉내 냅니다.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GameViewModel</a:t>
            </a:r>
            <a:r>
              <a:rPr b="1"/>
              <a:t> 리팩토링:</a:t>
            </a:r>
          </a:p>
          <a:p>
            <a:pPr lvl="2"/>
            <a:r>
              <a:rPr/>
              <a:t>생성자에서 </a:t>
            </a:r>
            <a:r>
              <a:rPr>
                <a:latin typeface="Courier"/>
              </a:rPr>
              <a:t>GameRepository</a:t>
            </a:r>
            <a:r>
              <a:rPr/>
              <a:t> 인터페이스를 의존성으로 주입받습니다.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기존에 ViewModel이 직접 처리하던 </a:t>
            </a:r>
            <a:r>
              <a:rPr b="1">
                <a:latin typeface="Courier"/>
              </a:rPr>
              <a:t>GameConfig</a:t>
            </a:r>
            <a:r>
              <a:rPr b="1"/>
              <a:t>, </a:t>
            </a:r>
            <a:r>
              <a:rPr b="1">
                <a:latin typeface="Courier"/>
              </a:rPr>
              <a:t>UserData</a:t>
            </a:r>
            <a:r>
              <a:rPr b="1"/>
              <a:t> 관련 로직을 모두 Repository의 메서드를 호출하도록 변경합니다.</a:t>
            </a:r>
          </a:p>
          <a:p>
            <a:pPr lvl="0"/>
            <a:r>
              <a:rPr b="1"/>
              <a:t>UI State 정의:</a:t>
            </a:r>
            <a:r>
              <a:rPr/>
              <a:t> (2단계와 동일) </a:t>
            </a:r>
            <a:r>
              <a:rPr>
                <a:latin typeface="Courier"/>
              </a:rPr>
              <a:t>kotlin   data class GameUiState(       val gameData: GameData = GameData(),       val gameConfig: GameConfig = GameConfig(),       val userData: UserData = UserData()   )</a:t>
            </a:r>
            <a:r>
              <a:rPr/>
              <a:t> — </a:t>
            </a:r>
            <a:r>
              <a:rPr b="1"/>
              <a:t>결과물:</a:t>
            </a:r>
            <a:r>
              <a:rPr/>
              <a:t> 앱의 동작은 이전 단계와 동일하지만, 내부적으로 ViewModel과 데이터 로직이 분리되어 테스트가 용이하고 확장성 있는 구조가 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4단계: Local Data Source 구현 (이론)</a:t>
            </a:r>
          </a:p>
          <a:p>
            <a:pPr lvl="0" indent="0" marL="0">
              <a:buNone/>
            </a:pPr>
            <a:r>
              <a:rPr b="1"/>
              <a:t>참고:</a:t>
            </a:r>
            <a:r>
              <a:rPr/>
              <a:t> 이 단계는 실제 구현은 진행하지 않으며, 아키텍처의 최종 단계를 이해하기 위한 이론적인 가이드입니다.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목표: 추상화된 Repository에 실제 구현체를 연결하여 데이터를 로컬에 저장하는 방법을 학습합니다.</a:t>
            </a:r>
          </a:p>
          <a:p>
            <a:pPr lvl="0"/>
            <a:r>
              <a:rPr b="1"/>
              <a:t>구현 내용 (이론):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LocalDataSource</a:t>
            </a:r>
            <a:r>
              <a:rPr b="1"/>
              <a:t> 구현:</a:t>
            </a:r>
          </a:p>
          <a:p>
            <a:pPr lvl="2"/>
            <a:r>
              <a:rPr/>
              <a:t>Jetpack DataStore 또는 Room Database를 사용하여 </a:t>
            </a:r>
            <a:r>
              <a:rPr>
                <a:latin typeface="Courier"/>
              </a:rPr>
              <a:t>GameConfig</a:t>
            </a:r>
            <a:r>
              <a:rPr/>
              <a:t>와 </a:t>
            </a:r>
            <a:r>
              <a:rPr>
                <a:latin typeface="Courier"/>
              </a:rPr>
              <a:t>UserData</a:t>
            </a:r>
            <a:r>
              <a:rPr/>
              <a:t>를 실제로 파일이나 DB에 읽고 쓰는 클래스를 구현합니다.</a:t>
            </a:r>
          </a:p>
          <a:p>
            <a:pPr lvl="1" indent="-342900" marL="685800">
              <a:buAutoNum type="arabicPeriod"/>
            </a:pPr>
            <a:r>
              <a:rPr b="1">
                <a:latin typeface="Courier"/>
              </a:rPr>
              <a:t>GameRepositoryImpl</a:t>
            </a:r>
            <a:r>
              <a:rPr b="1"/>
              <a:t> 구현:</a:t>
            </a:r>
          </a:p>
          <a:p>
            <a:pPr lvl="2"/>
            <a:r>
              <a:rPr>
                <a:latin typeface="Courier"/>
              </a:rPr>
              <a:t>GameRepository</a:t>
            </a:r>
            <a:r>
              <a:rPr/>
              <a:t> 인터페이스를 구현하는 “실제” 클래스를 만듭니다.</a:t>
            </a:r>
          </a:p>
          <a:p>
            <a:pPr lvl="2"/>
            <a:r>
              <a:rPr/>
              <a:t>이 클래스는 생성자에서 </a:t>
            </a:r>
            <a:r>
              <a:rPr>
                <a:latin typeface="Courier"/>
              </a:rPr>
              <a:t>LocalDataSource</a:t>
            </a:r>
            <a:r>
              <a:rPr/>
              <a:t>를 주입받아 실제 I/O 작업을 수행합니다.</a:t>
            </a:r>
          </a:p>
          <a:p>
            <a:pPr lvl="1" indent="-342900" marL="685800">
              <a:buAutoNum type="arabicPeriod"/>
            </a:pPr>
            <a:r>
              <a:rPr b="1"/>
              <a:t>의존성 주입(Dependency Injection) 설정: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앱의 진입점에서 </a:t>
            </a:r>
            <a:r>
              <a:rPr b="1">
                <a:latin typeface="Courier"/>
              </a:rPr>
              <a:t>GameRepositoryImpl</a:t>
            </a:r>
            <a:r>
              <a:rPr b="1"/>
              <a:t>과 </a:t>
            </a:r>
            <a:r>
              <a:rPr b="1">
                <a:latin typeface="Courier"/>
              </a:rPr>
              <a:t>LocalDataSource</a:t>
            </a:r>
            <a:r>
              <a:rPr b="1"/>
              <a:t>의 인스턴스를 생성하고, </a:t>
            </a:r>
            <a:r>
              <a:rPr b="1">
                <a:latin typeface="Courier"/>
              </a:rPr>
              <a:t>GameViewModel</a:t>
            </a:r>
            <a:r>
              <a:rPr b="1"/>
              <a:t>에 </a:t>
            </a:r>
            <a:r>
              <a:rPr b="1">
                <a:latin typeface="Courier"/>
              </a:rPr>
              <a:t>GameRepositoryImpl</a:t>
            </a:r>
            <a:r>
              <a:rPr b="1"/>
              <a:t>을 주입하도록 설정합니다.</a:t>
            </a:r>
          </a:p>
          <a:p>
            <a:pPr lvl="0"/>
            <a:r>
              <a:rPr b="1"/>
              <a:t>UI State 정의:</a:t>
            </a:r>
            <a:r>
              <a:rPr/>
              <a:t> (2, 3단계와 동일) </a:t>
            </a:r>
            <a:r>
              <a:rPr>
                <a:latin typeface="Courier"/>
              </a:rPr>
              <a:t>kotlin   data class GameUiState(       val gameData: GameData = GameData(),       val gameConfig: GameConfig = GameConfig(),       val userData: UserData = UserData()   )</a:t>
            </a:r>
            <a:r>
              <a:rPr/>
              <a:t> — </a:t>
            </a:r>
            <a:r>
              <a:rPr b="1"/>
              <a:t>결과물 (이론상):</a:t>
            </a:r>
            <a:r>
              <a:rPr/>
              <a:t> 앱을 종료했다가 다시 켜도 설정이나 최고 기록, 점수, 등급이 유지되는 완전한 기능을 갖춘 앱이 완성됩니다. DI를 통해 </a:t>
            </a:r>
            <a:r>
              <a:rPr>
                <a:latin typeface="Courier"/>
              </a:rPr>
              <a:t>FakeGameRepository</a:t>
            </a:r>
            <a:r>
              <a:rPr/>
              <a:t>와 </a:t>
            </a:r>
            <a:r>
              <a:rPr>
                <a:latin typeface="Courier"/>
              </a:rPr>
              <a:t>GameRepositoryImpl</a:t>
            </a:r>
            <a:r>
              <a:rPr/>
              <a:t>을 손쉽게 교체하며 테스트할 수 있음을 이해하게 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2025-10-23T23:22:59Z</dcterms:created>
  <dcterms:modified xsi:type="dcterms:W3CDTF">2025-10-23T23:22:59Z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